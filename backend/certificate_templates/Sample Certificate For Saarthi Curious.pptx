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6DD078-41EF-4273-A24B-CD4193F53149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BBC53-E99E-42EC-A978-8CC5A328F52A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8A5C3-4051-4DCD-8A85-377E16A123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3D1E2-8334-4327-9BC8-53F7FCF2B78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7FF57-D30B-4D74-9DD8-A4D3A4A6108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/>
          <p:nvPr/>
        </p:nvSpPr>
        <p:spPr>
          <a:xfrm>
            <a:off x="411234" y="737246"/>
            <a:ext cx="7586872" cy="5818600"/>
          </a:xfrm>
          <a:custGeom>
            <a:avLst/>
            <a:gdLst/>
            <a:ahLst/>
            <a:cxnLst/>
            <a:rect l="l" t="t" r="r" b="b"/>
            <a:pathLst>
              <a:path w="11757" h="9027" extrusionOk="0">
                <a:moveTo>
                  <a:pt x="11756" y="9026"/>
                </a:moveTo>
                <a:lnTo>
                  <a:pt x="0" y="9026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25"/>
          <p:cNvPicPr preferRelativeResize="0"/>
          <p:nvPr/>
        </p:nvPicPr>
        <p:blipFill rotWithShape="1">
          <a:blip r:embed="rId3" cstate="print">
            <a:alphaModFix amt="25000"/>
          </a:blip>
          <a:srcRect/>
          <a:stretch/>
        </p:blipFill>
        <p:spPr>
          <a:xfrm>
            <a:off x="12700" y="0"/>
            <a:ext cx="910613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/>
          <p:nvPr/>
        </p:nvSpPr>
        <p:spPr>
          <a:xfrm>
            <a:off x="473669" y="407958"/>
            <a:ext cx="7783977" cy="6096906"/>
          </a:xfrm>
          <a:custGeom>
            <a:avLst/>
            <a:gdLst/>
            <a:ahLst/>
            <a:cxnLst/>
            <a:rect l="l" t="t" r="r" b="b"/>
            <a:pathLst>
              <a:path w="11938" h="9361" extrusionOk="0">
                <a:moveTo>
                  <a:pt x="11937" y="9360"/>
                </a:moveTo>
                <a:lnTo>
                  <a:pt x="0" y="9360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2870521" y="365125"/>
            <a:ext cx="5894735" cy="5943463"/>
          </a:xfrm>
          <a:custGeom>
            <a:avLst/>
            <a:gdLst/>
            <a:ahLst/>
            <a:cxnLst/>
            <a:rect l="l" t="t" r="r" b="b"/>
            <a:pathLst>
              <a:path w="8943" h="9027" extrusionOk="0">
                <a:moveTo>
                  <a:pt x="0" y="0"/>
                </a:moveTo>
                <a:lnTo>
                  <a:pt x="8942" y="0"/>
                </a:lnTo>
                <a:lnTo>
                  <a:pt x="8942" y="9026"/>
                </a:lnTo>
              </a:path>
            </a:pathLst>
          </a:cu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25"/>
          <p:cNvGraphicFramePr/>
          <p:nvPr/>
        </p:nvGraphicFramePr>
        <p:xfrm>
          <a:off x="821802" y="523996"/>
          <a:ext cx="7818500" cy="18480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1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800"/>
                        <a:buFont typeface="Arial"/>
                        <a:buNone/>
                      </a:pPr>
                      <a:r>
                        <a:rPr lang="en-US" sz="5500" i="1" u="none" strike="noStrike" cap="none">
                          <a:solidFill>
                            <a:srgbClr val="6E5FAA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Certificate</a:t>
                      </a:r>
                      <a:endParaRPr sz="5500" i="1" u="none" strike="noStrike" cap="none">
                        <a:solidFill>
                          <a:srgbClr val="6E5FAA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L="68575" marR="685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5500" i="1">
                          <a:solidFill>
                            <a:srgbClr val="6E5FAA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Of Appreciation</a:t>
                      </a:r>
                      <a:endParaRPr sz="5500" i="1" u="none" strike="noStrike" cap="none">
                        <a:solidFill>
                          <a:srgbClr val="6E5FAA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9" name="Google Shape;309;p25"/>
          <p:cNvSpPr/>
          <p:nvPr/>
        </p:nvSpPr>
        <p:spPr>
          <a:xfrm>
            <a:off x="3882548" y="2787134"/>
            <a:ext cx="137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awarded to</a:t>
            </a:r>
            <a:endParaRPr sz="1800" b="0" i="1" u="none" strike="noStrike" cap="none">
              <a:solidFill>
                <a:srgbClr val="2B399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2438400" y="3586327"/>
            <a:ext cx="4571999" cy="22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i="1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Best Franchise Developer</a:t>
            </a:r>
            <a:endParaRPr sz="1800" b="0" i="1" u="none" strike="noStrike" cap="none" dirty="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2343531" y="3864262"/>
            <a:ext cx="44839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1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 the April-September 2023</a:t>
            </a:r>
            <a:endParaRPr sz="1800" b="0" i="1" u="none" strike="noStrike" cap="none" dirty="0">
              <a:solidFill>
                <a:srgbClr val="2B399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1662527" y="5686981"/>
            <a:ext cx="276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1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Mr. Rashesh B Doshi</a:t>
            </a:r>
            <a:endParaRPr sz="1600" b="0" i="1" u="none" strike="noStrike" cap="none" dirty="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1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Managing Director</a:t>
            </a:r>
            <a:endParaRPr sz="1600" b="0" i="1" u="none" strike="noStrike" cap="none" dirty="0">
              <a:solidFill>
                <a:srgbClr val="2B399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5472332" y="5839400"/>
            <a:ext cx="2644726" cy="322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Date: 8</a:t>
            </a:r>
            <a:r>
              <a:rPr lang="en-US" sz="1600" b="0" i="1" u="none" strike="noStrike" cap="none" baseline="30000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lang="en-US" sz="1600" b="0" i="1" u="none" strike="noStrike" cap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December </a:t>
            </a:r>
            <a:r>
              <a:rPr lang="en-US" sz="1600" i="1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2023</a:t>
            </a:r>
            <a:endParaRPr sz="1600" b="0" i="1" u="none" strike="noStrike" cap="none" dirty="0">
              <a:solidFill>
                <a:srgbClr val="2B399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14" name="Google Shape;314;p25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-37780" y="-66041"/>
            <a:ext cx="3336524" cy="2925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5"/>
          <p:cNvPicPr preferRelativeResize="0"/>
          <p:nvPr/>
        </p:nvPicPr>
        <p:blipFill rotWithShape="1">
          <a:blip r:embed="rId5" cstate="print">
            <a:alphaModFix/>
          </a:blip>
          <a:srcRect/>
          <a:stretch/>
        </p:blipFill>
        <p:spPr>
          <a:xfrm>
            <a:off x="7810825" y="4492719"/>
            <a:ext cx="1378800" cy="2390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5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178411" y="3556113"/>
            <a:ext cx="1656683" cy="296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5"/>
          <p:cNvPicPr preferRelativeResize="0"/>
          <p:nvPr/>
        </p:nvPicPr>
        <p:blipFill rotWithShape="1">
          <a:blip r:embed="rId7" cstate="print">
            <a:alphaModFix/>
          </a:blip>
          <a:srcRect/>
          <a:stretch/>
        </p:blipFill>
        <p:spPr>
          <a:xfrm>
            <a:off x="7784874" y="407951"/>
            <a:ext cx="980374" cy="92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5"/>
          <p:cNvPicPr preferRelativeResize="0"/>
          <p:nvPr/>
        </p:nvPicPr>
        <p:blipFill rotWithShape="1">
          <a:blip r:embed="rId8" cstate="print">
            <a:alphaModFix/>
          </a:blip>
          <a:srcRect/>
          <a:stretch/>
        </p:blipFill>
        <p:spPr>
          <a:xfrm>
            <a:off x="8491949" y="5659158"/>
            <a:ext cx="697675" cy="122434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10;p25"/>
          <p:cNvSpPr/>
          <p:nvPr/>
        </p:nvSpPr>
        <p:spPr>
          <a:xfrm>
            <a:off x="1885051" y="3063463"/>
            <a:ext cx="5430138" cy="21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200" b="1" i="1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Ms. Priyanka </a:t>
            </a:r>
            <a:r>
              <a:rPr lang="en-US" sz="3200" b="1" i="1" dirty="0" err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Panjwani</a:t>
            </a:r>
            <a:endParaRPr sz="3200" b="1" i="1" u="none" strike="noStrike" cap="none" dirty="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300">
        <p:fade thruBlk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</Words>
  <Application>Microsoft Office PowerPoint</Application>
  <PresentationFormat>On-screen Show (4:3)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Schoolbook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Rashesh Doshi</cp:lastModifiedBy>
  <cp:revision>4</cp:revision>
  <dcterms:created xsi:type="dcterms:W3CDTF">2018-11-01T07:59:28Z</dcterms:created>
  <dcterms:modified xsi:type="dcterms:W3CDTF">2026-09-03T09:19:36Z</dcterms:modified>
</cp:coreProperties>
</file>